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3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A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manager, unique passwords, and a shared vault for the business.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one shared password out of a chat.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3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A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get what they need. Leavers lose it the same day.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one leaver and confirm access is gone.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3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A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copies, one tested.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one file from the backup.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3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A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surprise payment change is a phone call, not a reply.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rule on the wall or in the handbook.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Security habits</dc:title>
  <dc:subject>PptxGenJS Presentation</dc:subject>
  <dc:creator>MOHAO</dc:creator>
  <cp:lastModifiedBy>MOHAO</cp:lastModifiedBy>
  <cp:revision>1</cp:revision>
  <dcterms:created xsi:type="dcterms:W3CDTF">2026-10-12T20:07:21Z</dcterms:created>
  <dcterms:modified xsi:type="dcterms:W3CDTF">2026-10-12T20:07:21Z</dcterms:modified>
</cp:coreProperties>
</file>