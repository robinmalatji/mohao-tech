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may be zero or may be unknown. Decide.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ten blanks as zero or unknown.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invoice twice doubles the total.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duplicate key.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 and cents in one column will lie.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one mixed column.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total you trust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clean, recompute.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old total and the new total.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Cleaning data in a sheet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