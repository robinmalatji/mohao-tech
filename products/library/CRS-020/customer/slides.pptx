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claim from something you read this month.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place.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Ignore, try, or already doing.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you would search for.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note.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personal knowledge desk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