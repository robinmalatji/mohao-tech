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on account is not cash.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last month into collected and still owed.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payments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stock, and wages have dates.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those dates on a calendar.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week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week the cash is lowest.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in last quarter.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deposit, a smaller order, or a later payment.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and write the date.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 flow for a small shop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