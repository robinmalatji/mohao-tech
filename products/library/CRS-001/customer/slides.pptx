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unit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unit in the header: rand, hours, or units. A naked number is not a record.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units to a sheet you already use.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formula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input. Let a formula do the total. Do not type the total yourself.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one typed total with SUM.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cell compares the formula with a number you calculated by hand once.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check and break it on purpose, then fix it.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note says where the number came from.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note to the three inputs someone else would question.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Spreadsheet habits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