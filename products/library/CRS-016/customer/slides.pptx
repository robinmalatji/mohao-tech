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sold. Ask if it is invoiced or collected.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word on your statement.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spent to do the work, and what was overhead.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one statement into those two in notes.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minus those costs. It is not cash in the bank.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difference in a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bookkeeper.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a simple income statement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