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piece.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lesson a stranger can use.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in four lines.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result you can show.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result you cannot show.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offcuts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caption, a slide, a paragraph. Same facts.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three.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Repurpose a piece of work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