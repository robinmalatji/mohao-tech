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them.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month's dates.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minutes, a specific task.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three.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problem, do not only reread.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past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 that you could not on Monday.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in a sentence.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weeks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