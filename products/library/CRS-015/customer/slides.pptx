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3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6A1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offer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0515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sentence and a price.</a:t>
            </a:r>
            <a:endParaRPr lang="en-US" sz="18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it.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3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6A1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folder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0515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Invoices, expenses, contracts.</a:t>
            </a:r>
            <a:endParaRPr lang="en-US" sz="18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them.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3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6A1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invoice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0515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Number, date, work, amount, bank.</a:t>
            </a:r>
            <a:endParaRPr lang="en-US" sz="18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invoice 001 with sample data labelled as sample.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3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6A1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boundary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0515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will not do in the first month.</a:t>
            </a:r>
            <a:endParaRPr lang="en-US" sz="18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three nos.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Start a freelance practice</dc:title>
  <dc:subject>PptxGenJS Presentation</dc:subject>
  <dc:creator>MOHAO</dc:creator>
  <cp:lastModifiedBy>MOHAO</cp:lastModifiedBy>
  <cp:revision>1</cp:revision>
  <dcterms:created xsi:type="dcterms:W3CDTF">2026-10-12T20:07:21Z</dcterms:created>
  <dcterms:modified xsi:type="dcterms:W3CDTF">2026-10-12T20:07:21Z</dcterms:modified>
</cp:coreProperties>
</file>