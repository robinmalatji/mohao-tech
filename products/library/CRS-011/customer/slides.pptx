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 and the result.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 screen in four lines.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list and one exclusion.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price in the draft.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true.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proof or delete a claim.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one-page site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