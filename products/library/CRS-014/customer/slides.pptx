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the line or the screen.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deliverable.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to change.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change, not a list of tastes.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to the reader or the user.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reason in one 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add a second theme.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extra comment.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Useful feedback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