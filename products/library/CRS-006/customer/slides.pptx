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3E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F6A1A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36576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pay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1463040"/>
            <a:ext cx="1051560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1200"/>
              </a:spcAft>
              <a:buNone/>
            </a:pPr>
            <a:r>
              <a:rPr lang="en-US" sz="18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amount that arrives.</a:t>
            </a:r>
            <a:endParaRPr lang="en-US" sz="18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8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last month's net pay.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3E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F6A1A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36576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list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1463040"/>
            <a:ext cx="1051560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1200"/>
              </a:spcAft>
              <a:buNone/>
            </a:pPr>
            <a:r>
              <a:rPr lang="en-US" sz="18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the costs you will actually pay.</a:t>
            </a:r>
            <a:endParaRPr lang="en-US" sz="18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8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ten.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3E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F6A1A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36576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gap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1463040"/>
            <a:ext cx="1051560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1200"/>
              </a:spcAft>
              <a:buNone/>
            </a:pPr>
            <a:r>
              <a:rPr lang="en-US" sz="18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Income minus the list.</a:t>
            </a:r>
            <a:endParaRPr lang="en-US" sz="18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8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the gap by hand and with a formula.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3E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F6A1A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36576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review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1463040"/>
            <a:ext cx="1051560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1200"/>
              </a:spcAft>
              <a:buNone/>
            </a:pPr>
            <a:r>
              <a:rPr lang="en-US" sz="18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surprised you.</a:t>
            </a:r>
            <a:endParaRPr lang="en-US" sz="18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8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one sentence at month end.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 month of budgeting</dc:title>
  <dc:subject>PptxGenJS Presentation</dc:subject>
  <dc:creator>MOHAO</dc:creator>
  <cp:lastModifiedBy>MOHAO</cp:lastModifiedBy>
  <cp:revision>1</cp:revision>
  <dcterms:created xsi:type="dcterms:W3CDTF">2026-10-12T20:07:21Z</dcterms:created>
  <dcterms:modified xsi:type="dcterms:W3CDTF">2026-10-12T20:07:21Z</dcterms:modified>
</cp:coreProperties>
</file>