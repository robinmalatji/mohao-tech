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grain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one row is before you read the filters.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grain of a query you were sent.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each filter in words.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a WHERE clause into sentences.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can duplicate rows. Ask for a count before and after.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question you will ask the author.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change you want in words before anyone edits the query.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change request without writing the SQL.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for operators</dc:title>
  <dc:subject>PptxGenJS Presentation</dc:subject>
  <dc:creator>MOHAO</dc:creator>
  <cp:lastModifiedBy>MOHAO</cp:lastModifiedBy>
  <cp:revision>1</cp:revision>
  <dcterms:created xsi:type="dcterms:W3CDTF">2026-10-12T20:07:21Z</dcterms:created>
  <dcterms:modified xsi:type="dcterms:W3CDTF">2026-10-12T20:07:21Z</dcterms:modified>
</cp:coreProperties>
</file>