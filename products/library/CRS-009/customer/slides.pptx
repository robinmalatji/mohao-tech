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source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know your client.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paragraph and ask for a shorter version with no new facts.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must be yours.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one invented detail and remove 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one job.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prompt that asked for three things.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paste secrets or customer identity numbers.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prompt to remove a name it did not need.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Prompting at work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