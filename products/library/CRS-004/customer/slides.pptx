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did the job in the last six months.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screen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last occurrence.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six questions that start with the last time.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their words.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 a friend and mark where you pitched.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and contradictions.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two imaginary notes without inventing a quote. Use only what is written.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interviews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