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says where you are.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one vague page title.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and colour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not colour alone, carry the error.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place colour is the only signal.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through the page.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control you cannot reach.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connected to fields.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label that is not only a placeholder.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accessibility pass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