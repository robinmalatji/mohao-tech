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is the request. The rest is context.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yesterday's email so the ask is the last line.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it by Friday, say Friday's date.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date to an open request.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in one email get one answer. Send the most important.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piled email into the one you will send.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names the project and the ask.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five subjects from your sent mail.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Clearer business email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