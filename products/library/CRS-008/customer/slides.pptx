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change, a sentence that says why.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three commit messages for work you did this week.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branch is the work, not a personal notebook.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branch for a real change.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what changed before you ask for review.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behaviour, not the formatting.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stays deployable.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rule your team will use.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for a small team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