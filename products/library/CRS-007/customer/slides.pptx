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title is the decision you want.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title before the slides.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slide, one piece of evidence.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a deck to five slides.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slide is the ask and the date.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date.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3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aloud once.</a:t>
            </a:r>
            <a:endParaRPr lang="en-US" sz="18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it. Cut if it runs over.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that decide</dc:title>
  <dc:subject>PptxGenJS Presentation</dc:subject>
  <dc:creator>MOHAO</dc:creator>
  <cp:lastModifiedBy>MOHAO</cp:lastModifiedBy>
  <cp:revision>1</cp:revision>
  <dcterms:created xsi:type="dcterms:W3CDTF">2026-10-12T20:07:21Z</dcterms:created>
  <dcterms:modified xsi:type="dcterms:W3CDTF">2026-10-12T20:07:21Z</dcterms:modified>
</cp:coreProperties>
</file>