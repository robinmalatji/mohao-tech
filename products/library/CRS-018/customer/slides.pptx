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happened, with dates.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five facts.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keep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practice that worked.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change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change, an owner, a date.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leave with ten actions.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out nine.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 a retrospective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